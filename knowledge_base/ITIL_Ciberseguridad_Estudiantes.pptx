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56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50515A-0953-CF61-551F-CDC7EA77BA3C}" v="39" dt="2026-05-09T13:34:13.507"/>
    <p1510:client id="{D33015C8-F375-E76A-2858-B71571DEFA29}" v="4" dt="2026-05-09T13:36:48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CD358-19CE-D381-8705-745E766A2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  <a:ea typeface="Calibri"/>
                <a:cs typeface="Calibri"/>
              </a:rPr>
              <a:t>ITIL V5</a:t>
            </a:r>
            <a:endParaRPr lang="en-US" sz="4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63502-D0EE-9B02-B5A2-1446BC1C3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464" y="4870824"/>
            <a:ext cx="8410236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CO" dirty="0">
                <a:ea typeface="Calibri"/>
                <a:cs typeface="Calibri"/>
              </a:rPr>
              <a:t>Estandares de calidad y </a:t>
            </a:r>
            <a:r>
              <a:rPr lang="es-CO" dirty="0" err="1">
                <a:ea typeface="Calibri"/>
                <a:cs typeface="Calibri"/>
              </a:rPr>
              <a:t>gestion</a:t>
            </a:r>
            <a:r>
              <a:rPr lang="es-CO" dirty="0">
                <a:ea typeface="Calibri"/>
                <a:cs typeface="Calibri"/>
              </a:rPr>
              <a:t> de productos y servicios.</a:t>
            </a:r>
          </a:p>
        </p:txBody>
      </p:sp>
    </p:spTree>
    <p:extLst>
      <p:ext uri="{BB962C8B-B14F-4D97-AF65-F5344CB8AC3E}">
        <p14:creationId xmlns:p14="http://schemas.microsoft.com/office/powerpoint/2010/main" val="86877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¿Por qué ITIL en Ciberseguridad?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Integra seguridad en la gestión de servicios, reduce riesgos y mejora la resiliencia.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CD43E8-F0A4-60E6-C4FE-7871E574E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259611"/>
            <a:ext cx="8495662" cy="38655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Valor, riesgo, activos, servicios y co-creación en entornos digitales seguros.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5513B1-3070-6772-B78A-A73842560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418903"/>
            <a:ext cx="8495662" cy="35469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ITIL Service Value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Marco que alinea seguridad, operaciones y negocio para generar valor.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6B73B7-F19B-FA6F-0DED-FACCF01EA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556959"/>
            <a:ext cx="8495662" cy="3270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ITIL V5 y Ciberseguridad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Aplicación de ITIL en la gestión segura de servicios digitales.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0C38B7-9DDE-BA84-2733-A1039EDC7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418903"/>
            <a:ext cx="8495662" cy="3546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Principios Aplicados a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Enfocarse en valor, colaborar, visibilidad completa, automatización segura.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B94B98-7D84-B85F-6B8A-9538B7405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433" y="1966293"/>
            <a:ext cx="4497132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Gestión de Incidentes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Proceso para detectar, responder y recuperar ante incidentes.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C91DDD-4AF0-1B59-A94A-AA3238161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3045459"/>
            <a:ext cx="8495662" cy="22938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Gestión de Problemas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Identificación de causas raíz para prevenir incidentes recurrentes.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E917C5-C3C7-B59E-E0B1-B0B2900D9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259610"/>
            <a:ext cx="8495662" cy="38655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Gestión de Cambios Seguros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Controlar cambios sin afectar la seguridad ni la continuidad.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36FA8C-21D1-0C51-CE9C-415693393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142794"/>
            <a:ext cx="8495662" cy="4099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Dimensiones en Ciberseguridad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Personas, procesos, tecnología y proveedores alineados a seguridad.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6A3542-8BA1-CDC5-D9C1-2A5FD2A7C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3321567"/>
            <a:ext cx="8495662" cy="17416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Mejora Continua en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74" y="390832"/>
            <a:ext cx="2425189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Evaluación constante y adaptación frente a nuevas amenazas.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7F7B2B-CFB6-CB34-31A0-C770CC0D8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670048"/>
            <a:ext cx="9143998" cy="25418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Beneficios para Profesionales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343" y="4745317"/>
            <a:ext cx="3094704" cy="137514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Mejores prácticas, empleabilidad, visión integral IT + Seguridad.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D6D5CE-C3AB-73B2-8995-B012D2E48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29944"/>
            <a:ext cx="4206240" cy="41536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167</Words>
  <Application>Microsoft Office PowerPoint</Application>
  <PresentationFormat>On-screen Show (4:3)</PresentationFormat>
  <Paragraphs>22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ITIL V5</vt:lpstr>
      <vt:lpstr>¿Por qué ITIL en Ciberseguridad?</vt:lpstr>
      <vt:lpstr>Conceptos Clave</vt:lpstr>
      <vt:lpstr>ITIL Service Value System</vt:lpstr>
      <vt:lpstr>ITIL V5 y Ciberseguridad</vt:lpstr>
      <vt:lpstr>Principios Aplicados a Seguridad</vt:lpstr>
      <vt:lpstr>Gestión de Incidentes de Seguridad</vt:lpstr>
      <vt:lpstr>Gestión de Problemas</vt:lpstr>
      <vt:lpstr>Gestión de Cambios Seguros</vt:lpstr>
      <vt:lpstr>Dimensiones en Ciberseguridad</vt:lpstr>
      <vt:lpstr>Mejora Continua en Seguridad</vt:lpstr>
      <vt:lpstr>Beneficios para Profesionales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Oscar Hernan Aldana</cp:lastModifiedBy>
  <cp:revision>22</cp:revision>
  <dcterms:created xsi:type="dcterms:W3CDTF">2013-01-27T09:14:16Z</dcterms:created>
  <dcterms:modified xsi:type="dcterms:W3CDTF">2026-05-09T13:59:22Z</dcterms:modified>
  <cp:category/>
</cp:coreProperties>
</file>
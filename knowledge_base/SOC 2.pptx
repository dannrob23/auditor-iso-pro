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2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261" r:id="rId4"/>
    <p:sldId id="263" r:id="rId5"/>
    <p:sldId id="264" r:id="rId6"/>
    <p:sldId id="265" r:id="rId7"/>
    <p:sldId id="266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F93455-D07C-4E5C-8159-176AD5863079}" v="35" dt="2026-05-08T22:17:55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48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o Gómez" userId="6aba7ee390372f29" providerId="LiveId" clId="{CD6C8A8A-38B0-4BDF-BFD7-68A749395E36}"/>
    <pc:docChg chg="undo custSel addSld delSld modSld sldOrd">
      <pc:chgData name="Alejandro Gómez" userId="6aba7ee390372f29" providerId="LiveId" clId="{CD6C8A8A-38B0-4BDF-BFD7-68A749395E36}" dt="2026-05-09T12:51:46.190" v="976" actId="20577"/>
      <pc:docMkLst>
        <pc:docMk/>
      </pc:docMkLst>
      <pc:sldChg chg="addSp delSp modSp mod delDesignElem">
        <pc:chgData name="Alejandro Gómez" userId="6aba7ee390372f29" providerId="LiveId" clId="{CD6C8A8A-38B0-4BDF-BFD7-68A749395E36}" dt="2026-05-09T12:50:23.791" v="925" actId="1076"/>
        <pc:sldMkLst>
          <pc:docMk/>
          <pc:sldMk cId="1487700712" sldId="256"/>
        </pc:sldMkLst>
        <pc:spChg chg="mod">
          <ac:chgData name="Alejandro Gómez" userId="6aba7ee390372f29" providerId="LiveId" clId="{CD6C8A8A-38B0-4BDF-BFD7-68A749395E36}" dt="2026-05-09T12:50:23.791" v="925" actId="1076"/>
          <ac:spMkLst>
            <pc:docMk/>
            <pc:sldMk cId="1487700712" sldId="256"/>
            <ac:spMk id="2" creationId="{C02C5318-1A1E-49D0-B2E2-A4B0FA9E8A40}"/>
          </ac:spMkLst>
        </pc:spChg>
        <pc:spChg chg="mod">
          <ac:chgData name="Alejandro Gómez" userId="6aba7ee390372f29" providerId="LiveId" clId="{CD6C8A8A-38B0-4BDF-BFD7-68A749395E36}" dt="2026-05-08T22:03:48.483" v="895" actId="1076"/>
          <ac:spMkLst>
            <pc:docMk/>
            <pc:sldMk cId="1487700712" sldId="256"/>
            <ac:spMk id="3" creationId="{48B6CF59-4E5B-494D-A2F7-97ADD01E6497}"/>
          </ac:spMkLst>
        </pc:spChg>
        <pc:picChg chg="add del mod">
          <ac:chgData name="Alejandro Gómez" userId="6aba7ee390372f29" providerId="LiveId" clId="{CD6C8A8A-38B0-4BDF-BFD7-68A749395E36}" dt="2026-05-08T22:03:22.614" v="884" actId="21"/>
          <ac:picMkLst>
            <pc:docMk/>
            <pc:sldMk cId="1487700712" sldId="256"/>
            <ac:picMk id="4" creationId="{237E4C34-66FB-F50F-D5A5-3712D39EDDE4}"/>
          </ac:picMkLst>
        </pc:picChg>
        <pc:picChg chg="add mod">
          <ac:chgData name="Alejandro Gómez" userId="6aba7ee390372f29" providerId="LiveId" clId="{CD6C8A8A-38B0-4BDF-BFD7-68A749395E36}" dt="2026-05-09T12:50:21.163" v="924" actId="1076"/>
          <ac:picMkLst>
            <pc:docMk/>
            <pc:sldMk cId="1487700712" sldId="256"/>
            <ac:picMk id="6" creationId="{4CC5021C-17D2-EEFD-19EA-6504737E4727}"/>
          </ac:picMkLst>
        </pc:picChg>
      </pc:sldChg>
      <pc:sldChg chg="addSp delSp modSp mod">
        <pc:chgData name="Alejandro Gómez" userId="6aba7ee390372f29" providerId="LiveId" clId="{CD6C8A8A-38B0-4BDF-BFD7-68A749395E36}" dt="2026-05-08T21:46:03.158" v="669" actId="21"/>
        <pc:sldMkLst>
          <pc:docMk/>
          <pc:sldMk cId="497607547" sldId="258"/>
        </pc:sldMkLst>
        <pc:spChg chg="mod">
          <ac:chgData name="Alejandro Gómez" userId="6aba7ee390372f29" providerId="LiveId" clId="{CD6C8A8A-38B0-4BDF-BFD7-68A749395E36}" dt="2026-05-07T23:29:13.796" v="648"/>
          <ac:spMkLst>
            <pc:docMk/>
            <pc:sldMk cId="497607547" sldId="258"/>
            <ac:spMk id="2" creationId="{921633EB-7DCB-4DDC-80AF-C885A3EE1245}"/>
          </ac:spMkLst>
        </pc:spChg>
        <pc:spChg chg="mod">
          <ac:chgData name="Alejandro Gómez" userId="6aba7ee390372f29" providerId="LiveId" clId="{CD6C8A8A-38B0-4BDF-BFD7-68A749395E36}" dt="2026-05-07T23:29:55.060" v="658" actId="207"/>
          <ac:spMkLst>
            <pc:docMk/>
            <pc:sldMk cId="497607547" sldId="258"/>
            <ac:spMk id="7" creationId="{8DE1F179-8F88-9CB4-AB7C-19DD01ABF4C9}"/>
          </ac:spMkLst>
        </pc:spChg>
        <pc:spChg chg="mod">
          <ac:chgData name="Alejandro Gómez" userId="6aba7ee390372f29" providerId="LiveId" clId="{CD6C8A8A-38B0-4BDF-BFD7-68A749395E36}" dt="2026-05-07T23:29:55.060" v="658" actId="207"/>
          <ac:spMkLst>
            <pc:docMk/>
            <pc:sldMk cId="497607547" sldId="258"/>
            <ac:spMk id="9" creationId="{7CC634EA-076A-8952-91E6-D1881D6258F0}"/>
          </ac:spMkLst>
        </pc:spChg>
        <pc:picChg chg="add del mod">
          <ac:chgData name="Alejandro Gómez" userId="6aba7ee390372f29" providerId="LiveId" clId="{CD6C8A8A-38B0-4BDF-BFD7-68A749395E36}" dt="2026-05-08T21:46:03.158" v="669" actId="21"/>
          <ac:picMkLst>
            <pc:docMk/>
            <pc:sldMk cId="497607547" sldId="258"/>
            <ac:picMk id="4" creationId="{237E4C34-66FB-F50F-D5A5-3712D39EDDE4}"/>
          </ac:picMkLst>
        </pc:picChg>
      </pc:sldChg>
      <pc:sldChg chg="delSp modSp mod setBg delDesignElem">
        <pc:chgData name="Alejandro Gómez" userId="6aba7ee390372f29" providerId="LiveId" clId="{CD6C8A8A-38B0-4BDF-BFD7-68A749395E36}" dt="2026-05-08T22:21:55.500" v="919" actId="1076"/>
        <pc:sldMkLst>
          <pc:docMk/>
          <pc:sldMk cId="3501347425" sldId="260"/>
        </pc:sldMkLst>
        <pc:spChg chg="mod">
          <ac:chgData name="Alejandro Gómez" userId="6aba7ee390372f29" providerId="LiveId" clId="{CD6C8A8A-38B0-4BDF-BFD7-68A749395E36}" dt="2026-05-08T22:21:55.500" v="919" actId="1076"/>
          <ac:spMkLst>
            <pc:docMk/>
            <pc:sldMk cId="3501347425" sldId="260"/>
            <ac:spMk id="2" creationId="{0F87E73C-2B1A-4602-BFBE-CFE1E55D9B38}"/>
          </ac:spMkLst>
        </pc:spChg>
        <pc:spChg chg="del mod">
          <ac:chgData name="Alejandro Gómez" userId="6aba7ee390372f29" providerId="LiveId" clId="{CD6C8A8A-38B0-4BDF-BFD7-68A749395E36}" dt="2026-05-08T21:58:18.773" v="817" actId="478"/>
          <ac:spMkLst>
            <pc:docMk/>
            <pc:sldMk cId="3501347425" sldId="260"/>
            <ac:spMk id="6" creationId="{B8B3B407-FBB8-77D2-FC6A-D7F33B3B3E49}"/>
          </ac:spMkLst>
        </pc:spChg>
        <pc:picChg chg="del mod">
          <ac:chgData name="Alejandro Gómez" userId="6aba7ee390372f29" providerId="LiveId" clId="{CD6C8A8A-38B0-4BDF-BFD7-68A749395E36}" dt="2026-05-08T21:58:26.928" v="821" actId="478"/>
          <ac:picMkLst>
            <pc:docMk/>
            <pc:sldMk cId="3501347425" sldId="260"/>
            <ac:picMk id="5" creationId="{A21EA617-6D48-425F-97A8-7FEC82C8F401}"/>
          </ac:picMkLst>
        </pc:picChg>
      </pc:sldChg>
      <pc:sldChg chg="addSp delSp modSp mod ord delDesignElem">
        <pc:chgData name="Alejandro Gómez" userId="6aba7ee390372f29" providerId="LiveId" clId="{CD6C8A8A-38B0-4BDF-BFD7-68A749395E36}" dt="2026-05-08T22:00:45.285" v="876" actId="1076"/>
        <pc:sldMkLst>
          <pc:docMk/>
          <pc:sldMk cId="1703342593" sldId="261"/>
        </pc:sldMkLst>
        <pc:spChg chg="mod">
          <ac:chgData name="Alejandro Gómez" userId="6aba7ee390372f29" providerId="LiveId" clId="{CD6C8A8A-38B0-4BDF-BFD7-68A749395E36}" dt="2026-05-08T22:00:45.285" v="876" actId="1076"/>
          <ac:spMkLst>
            <pc:docMk/>
            <pc:sldMk cId="1703342593" sldId="261"/>
            <ac:spMk id="2" creationId="{5B040558-A365-4CCE-92FA-5A48CD98F9C9}"/>
          </ac:spMkLst>
        </pc:spChg>
        <pc:spChg chg="add mod">
          <ac:chgData name="Alejandro Gómez" userId="6aba7ee390372f29" providerId="LiveId" clId="{CD6C8A8A-38B0-4BDF-BFD7-68A749395E36}" dt="2026-05-07T23:30:17.683" v="665" actId="1076"/>
          <ac:spMkLst>
            <pc:docMk/>
            <pc:sldMk cId="1703342593" sldId="261"/>
            <ac:spMk id="3" creationId="{71840B03-2D8C-EBF4-AE0D-20AEE99AECEE}"/>
          </ac:spMkLst>
        </pc:spChg>
        <pc:spChg chg="mod">
          <ac:chgData name="Alejandro Gómez" userId="6aba7ee390372f29" providerId="LiveId" clId="{CD6C8A8A-38B0-4BDF-BFD7-68A749395E36}" dt="2026-05-08T22:00:16.776" v="836" actId="14100"/>
          <ac:spMkLst>
            <pc:docMk/>
            <pc:sldMk cId="1703342593" sldId="261"/>
            <ac:spMk id="7" creationId="{E63C7FA4-5149-0094-45CB-A3440D91AE46}"/>
          </ac:spMkLst>
        </pc:spChg>
        <pc:spChg chg="mod">
          <ac:chgData name="Alejandro Gómez" userId="6aba7ee390372f29" providerId="LiveId" clId="{CD6C8A8A-38B0-4BDF-BFD7-68A749395E36}" dt="2026-05-08T22:00:26.932" v="852" actId="14100"/>
          <ac:spMkLst>
            <pc:docMk/>
            <pc:sldMk cId="1703342593" sldId="261"/>
            <ac:spMk id="8" creationId="{90720A33-C4D0-9C3E-AEBE-774ED254B04E}"/>
          </ac:spMkLst>
        </pc:spChg>
        <pc:spChg chg="mod">
          <ac:chgData name="Alejandro Gómez" userId="6aba7ee390372f29" providerId="LiveId" clId="{CD6C8A8A-38B0-4BDF-BFD7-68A749395E36}" dt="2026-05-08T22:00:40.747" v="875" actId="14100"/>
          <ac:spMkLst>
            <pc:docMk/>
            <pc:sldMk cId="1703342593" sldId="261"/>
            <ac:spMk id="9" creationId="{37F02058-1C5F-96FE-479F-83813617B04C}"/>
          </ac:spMkLst>
        </pc:spChg>
        <pc:spChg chg="mod">
          <ac:chgData name="Alejandro Gómez" userId="6aba7ee390372f29" providerId="LiveId" clId="{CD6C8A8A-38B0-4BDF-BFD7-68A749395E36}" dt="2026-05-07T23:30:12.536" v="663" actId="1076"/>
          <ac:spMkLst>
            <pc:docMk/>
            <pc:sldMk cId="1703342593" sldId="261"/>
            <ac:spMk id="10" creationId="{4C888D6B-D23A-6A9B-6762-CD2967985E9D}"/>
          </ac:spMkLst>
        </pc:spChg>
        <pc:spChg chg="mod">
          <ac:chgData name="Alejandro Gómez" userId="6aba7ee390372f29" providerId="LiveId" clId="{CD6C8A8A-38B0-4BDF-BFD7-68A749395E36}" dt="2026-05-06T00:39:46.664" v="5"/>
          <ac:spMkLst>
            <pc:docMk/>
            <pc:sldMk cId="1703342593" sldId="261"/>
            <ac:spMk id="11" creationId="{A9395BAD-67EE-3481-7233-686D7320380D}"/>
          </ac:spMkLst>
        </pc:spChg>
        <pc:picChg chg="add mod">
          <ac:chgData name="Alejandro Gómez" userId="6aba7ee390372f29" providerId="LiveId" clId="{CD6C8A8A-38B0-4BDF-BFD7-68A749395E36}" dt="2026-05-07T23:30:22.219" v="667" actId="1076"/>
          <ac:picMkLst>
            <pc:docMk/>
            <pc:sldMk cId="1703342593" sldId="261"/>
            <ac:picMk id="15" creationId="{EC57E048-BDE6-DB65-5425-C88375B7FD9E}"/>
          </ac:picMkLst>
        </pc:picChg>
      </pc:sldChg>
      <pc:sldChg chg="addSp delSp modSp mod">
        <pc:chgData name="Alejandro Gómez" userId="6aba7ee390372f29" providerId="LiveId" clId="{CD6C8A8A-38B0-4BDF-BFD7-68A749395E36}" dt="2026-05-08T22:18:28.332" v="914" actId="14100"/>
        <pc:sldMkLst>
          <pc:docMk/>
          <pc:sldMk cId="2227153221" sldId="263"/>
        </pc:sldMkLst>
        <pc:spChg chg="mod">
          <ac:chgData name="Alejandro Gómez" userId="6aba7ee390372f29" providerId="LiveId" clId="{CD6C8A8A-38B0-4BDF-BFD7-68A749395E36}" dt="2026-05-08T22:05:13.364" v="900" actId="14100"/>
          <ac:spMkLst>
            <pc:docMk/>
            <pc:sldMk cId="2227153221" sldId="263"/>
            <ac:spMk id="2" creationId="{3932A077-ADE6-2730-E42A-C2A792C3AAC9}"/>
          </ac:spMkLst>
        </pc:spChg>
        <pc:spChg chg="add mod">
          <ac:chgData name="Alejandro Gómez" userId="6aba7ee390372f29" providerId="LiveId" clId="{CD6C8A8A-38B0-4BDF-BFD7-68A749395E36}" dt="2026-05-08T22:05:20.158" v="901" actId="1076"/>
          <ac:spMkLst>
            <pc:docMk/>
            <pc:sldMk cId="2227153221" sldId="263"/>
            <ac:spMk id="3" creationId="{19790ADB-6853-1BDA-E697-6BB5CCFFC862}"/>
          </ac:spMkLst>
        </pc:spChg>
        <pc:spChg chg="add mod">
          <ac:chgData name="Alejandro Gómez" userId="6aba7ee390372f29" providerId="LiveId" clId="{CD6C8A8A-38B0-4BDF-BFD7-68A749395E36}" dt="2026-05-08T22:05:20.158" v="901" actId="1076"/>
          <ac:spMkLst>
            <pc:docMk/>
            <pc:sldMk cId="2227153221" sldId="263"/>
            <ac:spMk id="4" creationId="{31AC051E-F188-1EA1-96CD-D8B30CE39738}"/>
          </ac:spMkLst>
        </pc:spChg>
        <pc:spChg chg="mod">
          <ac:chgData name="Alejandro Gómez" userId="6aba7ee390372f29" providerId="LiveId" clId="{CD6C8A8A-38B0-4BDF-BFD7-68A749395E36}" dt="2026-05-08T22:18:28.332" v="914" actId="14100"/>
          <ac:spMkLst>
            <pc:docMk/>
            <pc:sldMk cId="2227153221" sldId="263"/>
            <ac:spMk id="7" creationId="{898A7CB9-96A7-F62C-183C-9F4AA64DBF8A}"/>
          </ac:spMkLst>
        </pc:spChg>
        <pc:spChg chg="add mod">
          <ac:chgData name="Alejandro Gómez" userId="6aba7ee390372f29" providerId="LiveId" clId="{CD6C8A8A-38B0-4BDF-BFD7-68A749395E36}" dt="2026-05-08T22:05:20.158" v="901" actId="1076"/>
          <ac:spMkLst>
            <pc:docMk/>
            <pc:sldMk cId="2227153221" sldId="263"/>
            <ac:spMk id="10" creationId="{B3CBAB91-AFEF-B550-63A1-80B1332BC814}"/>
          </ac:spMkLst>
        </pc:spChg>
        <pc:spChg chg="add mod">
          <ac:chgData name="Alejandro Gómez" userId="6aba7ee390372f29" providerId="LiveId" clId="{CD6C8A8A-38B0-4BDF-BFD7-68A749395E36}" dt="2026-05-08T22:05:20.158" v="901" actId="1076"/>
          <ac:spMkLst>
            <pc:docMk/>
            <pc:sldMk cId="2227153221" sldId="263"/>
            <ac:spMk id="11" creationId="{3BF269DA-7CC7-99D3-0A4C-21868D0BA8B4}"/>
          </ac:spMkLst>
        </pc:spChg>
        <pc:picChg chg="add mod">
          <ac:chgData name="Alejandro Gómez" userId="6aba7ee390372f29" providerId="LiveId" clId="{CD6C8A8A-38B0-4BDF-BFD7-68A749395E36}" dt="2026-05-08T22:05:09.127" v="899" actId="1076"/>
          <ac:picMkLst>
            <pc:docMk/>
            <pc:sldMk cId="2227153221" sldId="263"/>
            <ac:picMk id="5" creationId="{237E4C34-66FB-F50F-D5A5-3712D39EDDE4}"/>
          </ac:picMkLst>
        </pc:picChg>
        <pc:picChg chg="del mod">
          <ac:chgData name="Alejandro Gómez" userId="6aba7ee390372f29" providerId="LiveId" clId="{CD6C8A8A-38B0-4BDF-BFD7-68A749395E36}" dt="2026-05-08T22:05:07.564" v="898" actId="21"/>
          <ac:picMkLst>
            <pc:docMk/>
            <pc:sldMk cId="2227153221" sldId="263"/>
            <ac:picMk id="18" creationId="{9049452A-DF02-A660-4866-D01E14FDDB6D}"/>
          </ac:picMkLst>
        </pc:picChg>
      </pc:sldChg>
      <pc:sldChg chg="addSp modSp mod setBg">
        <pc:chgData name="Alejandro Gómez" userId="6aba7ee390372f29" providerId="LiveId" clId="{CD6C8A8A-38B0-4BDF-BFD7-68A749395E36}" dt="2026-05-08T22:05:53.811" v="906" actId="5793"/>
        <pc:sldMkLst>
          <pc:docMk/>
          <pc:sldMk cId="322141722" sldId="264"/>
        </pc:sldMkLst>
        <pc:spChg chg="mod">
          <ac:chgData name="Alejandro Gómez" userId="6aba7ee390372f29" providerId="LiveId" clId="{CD6C8A8A-38B0-4BDF-BFD7-68A749395E36}" dt="2026-05-08T22:02:05.952" v="877"/>
          <ac:spMkLst>
            <pc:docMk/>
            <pc:sldMk cId="322141722" sldId="264"/>
            <ac:spMk id="2" creationId="{FA6541BE-95D0-2746-81C8-1E5A0E30E2BA}"/>
          </ac:spMkLst>
        </pc:spChg>
        <pc:spChg chg="mod">
          <ac:chgData name="Alejandro Gómez" userId="6aba7ee390372f29" providerId="LiveId" clId="{CD6C8A8A-38B0-4BDF-BFD7-68A749395E36}" dt="2026-05-08T22:05:53.811" v="906" actId="5793"/>
          <ac:spMkLst>
            <pc:docMk/>
            <pc:sldMk cId="322141722" sldId="264"/>
            <ac:spMk id="6" creationId="{6C6E39D0-EFFA-032A-548F-DA67CD7E853C}"/>
          </ac:spMkLst>
        </pc:spChg>
        <pc:picChg chg="add mod">
          <ac:chgData name="Alejandro Gómez" userId="6aba7ee390372f29" providerId="LiveId" clId="{CD6C8A8A-38B0-4BDF-BFD7-68A749395E36}" dt="2026-05-08T22:05:41.340" v="904" actId="14100"/>
          <ac:picMkLst>
            <pc:docMk/>
            <pc:sldMk cId="322141722" sldId="264"/>
            <ac:picMk id="18" creationId="{9049452A-DF02-A660-4866-D01E14FDDB6D}"/>
          </ac:picMkLst>
        </pc:picChg>
      </pc:sldChg>
      <pc:sldChg chg="addSp modSp mod ord setBg">
        <pc:chgData name="Alejandro Gómez" userId="6aba7ee390372f29" providerId="LiveId" clId="{CD6C8A8A-38B0-4BDF-BFD7-68A749395E36}" dt="2026-05-09T12:51:46.190" v="976" actId="20577"/>
        <pc:sldMkLst>
          <pc:docMk/>
          <pc:sldMk cId="3202268243" sldId="265"/>
        </pc:sldMkLst>
        <pc:spChg chg="mod">
          <ac:chgData name="Alejandro Gómez" userId="6aba7ee390372f29" providerId="LiveId" clId="{CD6C8A8A-38B0-4BDF-BFD7-68A749395E36}" dt="2026-05-09T12:51:46.190" v="976" actId="20577"/>
          <ac:spMkLst>
            <pc:docMk/>
            <pc:sldMk cId="3202268243" sldId="265"/>
            <ac:spMk id="2" creationId="{863407E3-11CE-31B3-7EED-E1A7C6742B1B}"/>
          </ac:spMkLst>
        </pc:spChg>
        <pc:spChg chg="add mod">
          <ac:chgData name="Alejandro Gómez" userId="6aba7ee390372f29" providerId="LiveId" clId="{CD6C8A8A-38B0-4BDF-BFD7-68A749395E36}" dt="2026-05-06T01:18:57.605" v="15"/>
          <ac:spMkLst>
            <pc:docMk/>
            <pc:sldMk cId="3202268243" sldId="265"/>
            <ac:spMk id="3" creationId="{AAE97314-1845-E6DE-10DC-8C978E54FE34}"/>
          </ac:spMkLst>
        </pc:spChg>
        <pc:spChg chg="add mod">
          <ac:chgData name="Alejandro Gómez" userId="6aba7ee390372f29" providerId="LiveId" clId="{CD6C8A8A-38B0-4BDF-BFD7-68A749395E36}" dt="2026-05-06T01:19:08.658" v="16"/>
          <ac:spMkLst>
            <pc:docMk/>
            <pc:sldMk cId="3202268243" sldId="265"/>
            <ac:spMk id="4" creationId="{940AF696-7F54-7E88-582E-81723E299867}"/>
          </ac:spMkLst>
        </pc:spChg>
        <pc:spChg chg="add mod">
          <ac:chgData name="Alejandro Gómez" userId="6aba7ee390372f29" providerId="LiveId" clId="{CD6C8A8A-38B0-4BDF-BFD7-68A749395E36}" dt="2026-05-06T01:20:51.665" v="21"/>
          <ac:spMkLst>
            <pc:docMk/>
            <pc:sldMk cId="3202268243" sldId="265"/>
            <ac:spMk id="5" creationId="{2B5EECCA-22DC-5F41-F0EF-C93489523EDA}"/>
          </ac:spMkLst>
        </pc:spChg>
        <pc:spChg chg="add mod">
          <ac:chgData name="Alejandro Gómez" userId="6aba7ee390372f29" providerId="LiveId" clId="{CD6C8A8A-38B0-4BDF-BFD7-68A749395E36}" dt="2026-05-06T01:20:00.586" v="19"/>
          <ac:spMkLst>
            <pc:docMk/>
            <pc:sldMk cId="3202268243" sldId="265"/>
            <ac:spMk id="7" creationId="{568B0EF3-7A89-689B-FE82-B4E3A9768162}"/>
          </ac:spMkLst>
        </pc:spChg>
        <pc:picChg chg="mod">
          <ac:chgData name="Alejandro Gómez" userId="6aba7ee390372f29" providerId="LiveId" clId="{CD6C8A8A-38B0-4BDF-BFD7-68A749395E36}" dt="2026-05-08T22:02:21.057" v="879" actId="1440"/>
          <ac:picMkLst>
            <pc:docMk/>
            <pc:sldMk cId="3202268243" sldId="265"/>
            <ac:picMk id="13" creationId="{EAAB2E6C-5F1F-352B-1124-255EFF54F87B}"/>
          </ac:picMkLst>
        </pc:picChg>
        <pc:picChg chg="mod">
          <ac:chgData name="Alejandro Gómez" userId="6aba7ee390372f29" providerId="LiveId" clId="{CD6C8A8A-38B0-4BDF-BFD7-68A749395E36}" dt="2026-05-08T22:02:24.795" v="880" actId="1440"/>
          <ac:picMkLst>
            <pc:docMk/>
            <pc:sldMk cId="3202268243" sldId="265"/>
            <ac:picMk id="19" creationId="{E3D24C85-74CA-619E-C46F-CBCF6EB23A56}"/>
          </ac:picMkLst>
        </pc:picChg>
      </pc:sldChg>
      <pc:sldChg chg="delSp modSp add mod setBg">
        <pc:chgData name="Alejandro Gómez" userId="6aba7ee390372f29" providerId="LiveId" clId="{CD6C8A8A-38B0-4BDF-BFD7-68A749395E36}" dt="2026-05-08T22:22:04.346" v="922" actId="20577"/>
        <pc:sldMkLst>
          <pc:docMk/>
          <pc:sldMk cId="3169555565" sldId="266"/>
        </pc:sldMkLst>
        <pc:spChg chg="mod">
          <ac:chgData name="Alejandro Gómez" userId="6aba7ee390372f29" providerId="LiveId" clId="{CD6C8A8A-38B0-4BDF-BFD7-68A749395E36}" dt="2026-05-08T22:17:50.887" v="910"/>
          <ac:spMkLst>
            <pc:docMk/>
            <pc:sldMk cId="3169555565" sldId="266"/>
            <ac:spMk id="2" creationId="{D7C99A3E-B789-FDCB-FB89-203BB688C293}"/>
          </ac:spMkLst>
        </pc:spChg>
        <pc:spChg chg="mod">
          <ac:chgData name="Alejandro Gómez" userId="6aba7ee390372f29" providerId="LiveId" clId="{CD6C8A8A-38B0-4BDF-BFD7-68A749395E36}" dt="2026-05-08T22:22:04.346" v="922" actId="20577"/>
          <ac:spMkLst>
            <pc:docMk/>
            <pc:sldMk cId="3169555565" sldId="266"/>
            <ac:spMk id="6" creationId="{3C9CE0F4-1DC9-3D68-E883-9FE0F2664678}"/>
          </ac:spMkLst>
        </pc:spChg>
      </pc:sldChg>
      <pc:sldChg chg="addSp modSp add del mod">
        <pc:chgData name="Alejandro Gómez" userId="6aba7ee390372f29" providerId="LiveId" clId="{CD6C8A8A-38B0-4BDF-BFD7-68A749395E36}" dt="2026-05-08T22:17:36.496" v="908" actId="47"/>
        <pc:sldMkLst>
          <pc:docMk/>
          <pc:sldMk cId="44279881" sldId="267"/>
        </pc:sldMkLst>
        <pc:spChg chg="mod">
          <ac:chgData name="Alejandro Gómez" userId="6aba7ee390372f29" providerId="LiveId" clId="{CD6C8A8A-38B0-4BDF-BFD7-68A749395E36}" dt="2026-05-08T21:50:15.323" v="714" actId="20577"/>
          <ac:spMkLst>
            <pc:docMk/>
            <pc:sldMk cId="44279881" sldId="267"/>
            <ac:spMk id="2" creationId="{757EEE87-8F23-45D7-21AC-0B48CDF7FB38}"/>
          </ac:spMkLst>
        </pc:spChg>
        <pc:spChg chg="add mod">
          <ac:chgData name="Alejandro Gómez" userId="6aba7ee390372f29" providerId="LiveId" clId="{CD6C8A8A-38B0-4BDF-BFD7-68A749395E36}" dt="2026-05-08T21:54:40.676" v="812" actId="115"/>
          <ac:spMkLst>
            <pc:docMk/>
            <pc:sldMk cId="44279881" sldId="267"/>
            <ac:spMk id="3" creationId="{3364E3AB-CC4E-B92A-46E6-B57D645677CA}"/>
          </ac:spMkLst>
        </pc:spChg>
        <pc:spChg chg="mod">
          <ac:chgData name="Alejandro Gómez" userId="6aba7ee390372f29" providerId="LiveId" clId="{CD6C8A8A-38B0-4BDF-BFD7-68A749395E36}" dt="2026-05-08T21:53:21.315" v="808" actId="1076"/>
          <ac:spMkLst>
            <pc:docMk/>
            <pc:sldMk cId="44279881" sldId="267"/>
            <ac:spMk id="6" creationId="{2047E25D-3CAB-D84C-39F7-13FBB4726489}"/>
          </ac:spMkLst>
        </pc:spChg>
      </pc:sldChg>
      <pc:sldChg chg="add del setBg">
        <pc:chgData name="Alejandro Gómez" userId="6aba7ee390372f29" providerId="LiveId" clId="{CD6C8A8A-38B0-4BDF-BFD7-68A749395E36}" dt="2026-05-08T21:57:58.883" v="816"/>
        <pc:sldMkLst>
          <pc:docMk/>
          <pc:sldMk cId="3825601978" sldId="2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09/05/2026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966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2FE5C-DE1E-55B6-B385-58C6C7A2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15AE6E-05C4-1D4C-5DBB-275A03408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10DBF9-D324-FCC1-0C89-A85486C4D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C6F906-808F-37A2-9D4B-BAC069EF3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9856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B2EC-1311-DD6A-661C-111DD4220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74C1DF-1CB4-9A13-A769-AF6E61B5E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C0F70F7-8AC3-B6E6-260F-B07C4CE6B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DE625A-B4A9-3FAA-F39C-F27588B82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031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D2D2-724D-5114-8A61-7863A492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91C5B9-F32E-08D7-9AE8-2302F6132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459E75-BE8B-43B1-CDBB-706DDAFA1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1FBC10-FBC1-A7F4-4295-BAEBD9DD3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8204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A8714-6481-0E74-2D39-A94796AE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07FBA4-9AF1-4246-A22C-2E06121CA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4C6260-B23D-D358-0D8A-DDBE3F666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999821-FCBC-CB45-74DB-F1AA18260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7079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pPr rtl="0"/>
            <a:fld id="{F409C0D2-15DE-4FAC-845B-C48979FFAEB9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342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DF7BF2-42BB-439B-88AA-F60334FF1291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391938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5E27922-51B6-4B96-9C28-2CD2060AE75A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7207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DF7BF2-42BB-439B-88AA-F60334FF1291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809764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556C746-EB55-4634-AD93-A9FF2473885C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1290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9051F13-F75A-440F-BED7-E2004746A95F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54353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D7A2E7D-666A-420B-9042-959E1D47E21D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78340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403F12F-0E67-4CAB-8DFD-26DCD4A99D59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65389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DF7BF2-42BB-439B-88AA-F60334FF1291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94262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DF7BF2-42BB-439B-88AA-F60334FF1291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945131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DF7BF2-42BB-439B-88AA-F60334FF1291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099703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DF7BF2-42BB-439B-88AA-F60334FF1291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949066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DF7BF2-42BB-439B-88AA-F60334FF1291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026791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DF7BF2-42BB-439B-88AA-F60334FF1291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418190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DF7BF2-42BB-439B-88AA-F60334FF1291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4361511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CF9F163-DD03-4353-882E-CE0F9A80F1C3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03828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D2FF54C-EA2F-453C-857C-5C9ADB86CB43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32825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09/05/2026</a:t>
            </a:fld>
            <a:endParaRPr lang="es-E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506261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6993" y="1495138"/>
            <a:ext cx="4803607" cy="895244"/>
          </a:xfrm>
        </p:spPr>
        <p:txBody>
          <a:bodyPr rtlCol="0">
            <a:noAutofit/>
          </a:bodyPr>
          <a:lstStyle/>
          <a:p>
            <a:pPr algn="ctr" rtl="0"/>
            <a:r>
              <a:rPr lang="es-ES" sz="6000" dirty="0"/>
              <a:t>SOC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5059" y="6053652"/>
            <a:ext cx="3296541" cy="48482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ALEJANDRO </a:t>
            </a:r>
            <a:r>
              <a:rPr lang="es-ES" dirty="0" err="1">
                <a:solidFill>
                  <a:srgbClr val="7CEBFF"/>
                </a:solidFill>
              </a:rPr>
              <a:t>gORDILLO</a:t>
            </a:r>
            <a:endParaRPr lang="es-ES" dirty="0">
              <a:solidFill>
                <a:srgbClr val="7CEBFF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CC5021C-17D2-EEFD-19EA-6504737E4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401" y="2957648"/>
            <a:ext cx="4636019" cy="25287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¿Qué es </a:t>
            </a:r>
            <a:r>
              <a:rPr lang="es-ES" dirty="0" err="1"/>
              <a:t>soc</a:t>
            </a:r>
            <a:r>
              <a:rPr lang="es-ES" dirty="0"/>
              <a:t> 2?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DE1F179-8F88-9CB4-AB7C-19DD01ABF4C9}"/>
              </a:ext>
            </a:extLst>
          </p:cNvPr>
          <p:cNvSpPr txBox="1"/>
          <p:nvPr/>
        </p:nvSpPr>
        <p:spPr>
          <a:xfrm>
            <a:off x="6663266" y="5482011"/>
            <a:ext cx="4345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Entidad:</a:t>
            </a:r>
            <a:r>
              <a:rPr lang="es-CO" dirty="0"/>
              <a:t> Instituto Americano de Contadores Públicos Certificados (AICPA)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381DBDB-A3F1-98F1-C44A-2F77CE8A3135}"/>
              </a:ext>
            </a:extLst>
          </p:cNvPr>
          <p:cNvSpPr txBox="1"/>
          <p:nvPr/>
        </p:nvSpPr>
        <p:spPr>
          <a:xfrm>
            <a:off x="6663266" y="3385685"/>
            <a:ext cx="48344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Objetivo:</a:t>
            </a:r>
            <a:r>
              <a:rPr lang="es-CO" dirty="0"/>
              <a:t> Proveer información a las organizaciones(clientes, auditores, etc.) sobre la eficacia de los controles interno implementados</a:t>
            </a:r>
            <a:r>
              <a:rPr lang="es-ES" dirty="0"/>
              <a:t> por organizaciones de tecnológicas (SaaS) para garantizar la seguridad de los datos de sus clientes.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CC634EA-076A-8952-91E6-D1881D6258F0}"/>
              </a:ext>
            </a:extLst>
          </p:cNvPr>
          <p:cNvSpPr txBox="1"/>
          <p:nvPr/>
        </p:nvSpPr>
        <p:spPr>
          <a:xfrm>
            <a:off x="6747256" y="2258568"/>
            <a:ext cx="416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 err="1"/>
              <a:t>System</a:t>
            </a:r>
            <a:r>
              <a:rPr lang="es-CO" b="1" dirty="0"/>
              <a:t> and </a:t>
            </a:r>
            <a:r>
              <a:rPr lang="es-CO" b="1" dirty="0" err="1"/>
              <a:t>Organization</a:t>
            </a:r>
            <a:r>
              <a:rPr lang="es-CO" b="1" dirty="0"/>
              <a:t> Control  </a:t>
            </a:r>
          </a:p>
          <a:p>
            <a:pPr algn="ctr"/>
            <a:r>
              <a:rPr lang="es-CO" b="1" dirty="0"/>
              <a:t>(SOC 2)</a:t>
            </a:r>
            <a:endParaRPr lang="es-CO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776BEF7-B69D-A348-6267-DB0AC791F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09" y="2301580"/>
            <a:ext cx="4160520" cy="36498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992" y="5905617"/>
            <a:ext cx="6014341" cy="718870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EFF"/>
                </a:solidFill>
              </a:rPr>
              <a:t>hermanos del </a:t>
            </a:r>
            <a:r>
              <a:rPr lang="es-ES" dirty="0" err="1">
                <a:solidFill>
                  <a:srgbClr val="FFFEFF"/>
                </a:solidFill>
              </a:rPr>
              <a:t>soc</a:t>
            </a:r>
            <a:r>
              <a:rPr lang="es-ES" dirty="0">
                <a:solidFill>
                  <a:srgbClr val="FFFEFF"/>
                </a:solidFill>
              </a:rPr>
              <a:t> 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63C7FA4-5149-0094-45CB-A3440D91AE46}"/>
              </a:ext>
            </a:extLst>
          </p:cNvPr>
          <p:cNvSpPr txBox="1"/>
          <p:nvPr/>
        </p:nvSpPr>
        <p:spPr>
          <a:xfrm>
            <a:off x="1058333" y="2038592"/>
            <a:ext cx="22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SOC 1 “finanzas”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720A33-C4D0-9C3E-AEBE-774ED254B04E}"/>
              </a:ext>
            </a:extLst>
          </p:cNvPr>
          <p:cNvSpPr txBox="1"/>
          <p:nvPr/>
        </p:nvSpPr>
        <p:spPr>
          <a:xfrm>
            <a:off x="5112067" y="592948"/>
            <a:ext cx="255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SOC 2 “seguridad”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7F02058-1C5F-96FE-479F-83813617B04C}"/>
              </a:ext>
            </a:extLst>
          </p:cNvPr>
          <p:cNvSpPr txBox="1"/>
          <p:nvPr/>
        </p:nvSpPr>
        <p:spPr>
          <a:xfrm>
            <a:off x="9447615" y="2203405"/>
            <a:ext cx="1770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SOC 3 “público”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C888D6B-D23A-6A9B-6762-CD2967985E9D}"/>
              </a:ext>
            </a:extLst>
          </p:cNvPr>
          <p:cNvSpPr txBox="1"/>
          <p:nvPr/>
        </p:nvSpPr>
        <p:spPr>
          <a:xfrm>
            <a:off x="488694" y="2637514"/>
            <a:ext cx="32887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Verdana" panose="020B0604030504040204" pitchFamily="34" charset="0"/>
                <a:ea typeface="Verdana" panose="020B0604030504040204" pitchFamily="34" charset="0"/>
              </a:rPr>
              <a:t>Informe sobre los controles en una organización de servicios relevantes para el control interno sobre el </a:t>
            </a:r>
            <a:r>
              <a:rPr lang="es-ES" sz="1600" b="1" dirty="0">
                <a:latin typeface="Verdana" panose="020B0604030504040204" pitchFamily="34" charset="0"/>
                <a:ea typeface="Verdana" panose="020B0604030504040204" pitchFamily="34" charset="0"/>
              </a:rPr>
              <a:t>reporte Financiero</a:t>
            </a:r>
            <a:endParaRPr lang="es-CO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9395BAD-67EE-3481-7233-686D7320380D}"/>
              </a:ext>
            </a:extLst>
          </p:cNvPr>
          <p:cNvSpPr txBox="1"/>
          <p:nvPr/>
        </p:nvSpPr>
        <p:spPr>
          <a:xfrm>
            <a:off x="3777486" y="1267909"/>
            <a:ext cx="40859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Informe sobre los controles de una organización de servicios relacionados con la </a:t>
            </a:r>
            <a:r>
              <a:rPr lang="es-ES" b="1" dirty="0"/>
              <a:t>Seguridad, Disponibilidad, Integridad de Procesamiento, Confidencialidad y Privacidad</a:t>
            </a:r>
            <a:r>
              <a:rPr lang="es-ES" dirty="0"/>
              <a:t> (Criterios de Servicios de Confianza - TSC). </a:t>
            </a:r>
            <a:endParaRPr lang="es-CO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1840B03-2D8C-EBF4-AE0D-20AEE99AECEE}"/>
              </a:ext>
            </a:extLst>
          </p:cNvPr>
          <p:cNvSpPr txBox="1"/>
          <p:nvPr/>
        </p:nvSpPr>
        <p:spPr>
          <a:xfrm>
            <a:off x="8014504" y="2890230"/>
            <a:ext cx="35234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Informe de </a:t>
            </a:r>
            <a:r>
              <a:rPr lang="es-ES" b="1" dirty="0"/>
              <a:t>Propósito General</a:t>
            </a:r>
            <a:r>
              <a:rPr lang="es-ES" dirty="0"/>
              <a:t> que proporciona un dictamen del auditor sobre si el sistema alcanzó los Criterios de Servicios de Confianza, pero omitiendo el detalle de las pruebas y resultados. </a:t>
            </a:r>
            <a:endParaRPr lang="es-CO" b="1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C57E048-BDE6-DB65-5425-C88375B7F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367" y="3367800"/>
            <a:ext cx="2191745" cy="219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5E10A-86B4-622A-A8D2-792BC2387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2A077-ADE6-2730-E42A-C2A792C3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32482"/>
          </a:xfrm>
        </p:spPr>
        <p:txBody>
          <a:bodyPr rtlCol="0"/>
          <a:lstStyle/>
          <a:p>
            <a:pPr algn="ctr" rtl="0"/>
            <a:r>
              <a:rPr lang="es-ES" dirty="0"/>
              <a:t>Tipos de </a:t>
            </a:r>
            <a:r>
              <a:rPr lang="es-ES" dirty="0" err="1"/>
              <a:t>soc</a:t>
            </a:r>
            <a:r>
              <a:rPr lang="es-ES" dirty="0"/>
              <a:t> 2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98A7CB9-96A7-F62C-183C-9F4AA64DBF8A}"/>
              </a:ext>
            </a:extLst>
          </p:cNvPr>
          <p:cNvSpPr txBox="1"/>
          <p:nvPr/>
        </p:nvSpPr>
        <p:spPr>
          <a:xfrm>
            <a:off x="1921932" y="1951672"/>
            <a:ext cx="69172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informe</a:t>
            </a:r>
            <a:r>
              <a:rPr lang="es-CO" dirty="0"/>
              <a:t> de atestiguamiento es emitido por un contador publico certificado ante la AICPA acerca de la eficacia de controles implementados por una organización.</a:t>
            </a:r>
          </a:p>
          <a:p>
            <a:endParaRPr lang="es-CO" dirty="0"/>
          </a:p>
          <a:p>
            <a:r>
              <a:rPr lang="es-CO" dirty="0"/>
              <a:t>Dichos reportes se dividen en dos tipos: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9790ADB-6853-1BDA-E697-6BB5CCFFC862}"/>
              </a:ext>
            </a:extLst>
          </p:cNvPr>
          <p:cNvSpPr txBox="1"/>
          <p:nvPr/>
        </p:nvSpPr>
        <p:spPr>
          <a:xfrm>
            <a:off x="2353734" y="4035080"/>
            <a:ext cx="257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Informe SOC 2 tipo 1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AC051E-F188-1EA1-96CD-D8B30CE39738}"/>
              </a:ext>
            </a:extLst>
          </p:cNvPr>
          <p:cNvSpPr txBox="1"/>
          <p:nvPr/>
        </p:nvSpPr>
        <p:spPr>
          <a:xfrm>
            <a:off x="2235201" y="4678547"/>
            <a:ext cx="2573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Informe sobre el diseño de los controles en una </a:t>
            </a:r>
            <a:r>
              <a:rPr lang="es-ES" b="1" dirty="0"/>
              <a:t>fecha</a:t>
            </a:r>
            <a:r>
              <a:rPr lang="es-ES" dirty="0"/>
              <a:t> en especifica 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CBAB91-AFEF-B550-63A1-80B1332BC814}"/>
              </a:ext>
            </a:extLst>
          </p:cNvPr>
          <p:cNvSpPr txBox="1"/>
          <p:nvPr/>
        </p:nvSpPr>
        <p:spPr>
          <a:xfrm>
            <a:off x="6121400" y="4067839"/>
            <a:ext cx="257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Informe SOC 2 tipo II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BF269DA-7CC7-99D3-0A4C-21868D0BA8B4}"/>
              </a:ext>
            </a:extLst>
          </p:cNvPr>
          <p:cNvSpPr txBox="1"/>
          <p:nvPr/>
        </p:nvSpPr>
        <p:spPr>
          <a:xfrm>
            <a:off x="6002867" y="4711306"/>
            <a:ext cx="2573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Informe sobre el diseño y la eficacia operativa de los controles durante un periodo determinado 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37E4C34-66FB-F50F-D5A5-3712D39ED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598" y="4718355"/>
            <a:ext cx="1938911" cy="192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5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7856C-6F3D-7DD3-535B-2F0059C7B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541BE-95D0-2746-81C8-1E5A0E30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es-ES" dirty="0"/>
              <a:t>¿Cómo implementar </a:t>
            </a:r>
            <a:r>
              <a:rPr lang="es-ES" dirty="0" err="1"/>
              <a:t>soc</a:t>
            </a:r>
            <a:r>
              <a:rPr lang="es-ES" dirty="0"/>
              <a:t> 2?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C6E39D0-EFFA-032A-548F-DA67CD7E853C}"/>
              </a:ext>
            </a:extLst>
          </p:cNvPr>
          <p:cNvSpPr txBox="1"/>
          <p:nvPr/>
        </p:nvSpPr>
        <p:spPr>
          <a:xfrm>
            <a:off x="1397000" y="2158024"/>
            <a:ext cx="8407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Se rige por los criterios de servicios de confianza establecidos por el AICPA. Se deben conocer la aplicabilidad de cada uno de los Criterios de Servicios de Confianza – TSC*:</a:t>
            </a:r>
          </a:p>
          <a:p>
            <a:endParaRPr lang="es-ES" b="1" dirty="0"/>
          </a:p>
          <a:p>
            <a:r>
              <a:rPr lang="es-ES" b="1" u="sng" dirty="0"/>
              <a:t>1. Seguridad:</a:t>
            </a:r>
            <a:r>
              <a:rPr lang="es-ES" u="sng" dirty="0"/>
              <a:t> </a:t>
            </a:r>
            <a:r>
              <a:rPr lang="es-ES" dirty="0"/>
              <a:t>El único obligatorio y evalúa si el sistema está protegido contra accesos no autorizados y daños que puedan afectar el cumplimiento de los objetivos de la entidad.</a:t>
            </a:r>
          </a:p>
          <a:p>
            <a:endParaRPr lang="es-ES" b="1" u="sng" dirty="0"/>
          </a:p>
          <a:p>
            <a:r>
              <a:rPr lang="es-ES" b="1" u="sng" dirty="0"/>
              <a:t>2. Disponibilidad: </a:t>
            </a:r>
            <a:r>
              <a:rPr lang="es-ES" dirty="0"/>
              <a:t>El sistema está disponible para su operación y uso según lo estipulado.</a:t>
            </a:r>
          </a:p>
          <a:p>
            <a:r>
              <a:rPr lang="es-ES" dirty="0"/>
              <a:t> </a:t>
            </a:r>
          </a:p>
          <a:p>
            <a:r>
              <a:rPr lang="es-ES" b="1" u="sng" dirty="0"/>
              <a:t>3. Integridad:</a:t>
            </a:r>
            <a:r>
              <a:rPr lang="es-ES" u="sng" dirty="0"/>
              <a:t> </a:t>
            </a:r>
            <a:r>
              <a:rPr lang="es-ES" dirty="0"/>
              <a:t>El procesamiento del sistema es completo, válido, exacto, oportuno y autorizado. </a:t>
            </a:r>
          </a:p>
          <a:p>
            <a:r>
              <a:rPr lang="es-ES" b="1" u="sng" dirty="0"/>
              <a:t>4.Confidencialidad:</a:t>
            </a:r>
            <a:r>
              <a:rPr lang="es-ES" u="sng" dirty="0"/>
              <a:t> </a:t>
            </a:r>
            <a:r>
              <a:rPr lang="es-ES" dirty="0"/>
              <a:t>La información designada como confidencial está protegida.</a:t>
            </a:r>
          </a:p>
          <a:p>
            <a:endParaRPr lang="es-ES" dirty="0"/>
          </a:p>
          <a:p>
            <a:r>
              <a:rPr lang="es-ES" b="1" u="sng" dirty="0"/>
              <a:t>5. Privacidad:</a:t>
            </a:r>
            <a:r>
              <a:rPr lang="es-ES" u="sng" dirty="0"/>
              <a:t> </a:t>
            </a:r>
            <a:r>
              <a:rPr lang="es-ES" dirty="0"/>
              <a:t>La información personal se recopila, utiliza, retiene, divulga y elimina conforme a las políticas de privacidad de la organización.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049452A-DF02-A660-4866-D01E14FDD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6294813"/>
            <a:ext cx="1888618" cy="5631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2141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128F7EB-4496-86CD-8383-9EB10B17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407E3-11CE-31B3-7EED-E1A7C674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es-ES" dirty="0"/>
              <a:t>Apalancamiento para cumplir con </a:t>
            </a:r>
            <a:r>
              <a:rPr lang="es-ES" dirty="0" err="1"/>
              <a:t>soc</a:t>
            </a:r>
            <a:r>
              <a:rPr lang="es-ES" dirty="0"/>
              <a:t> 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3A2496C-251D-E3DB-A81E-0F7C367616D9}"/>
              </a:ext>
            </a:extLst>
          </p:cNvPr>
          <p:cNvSpPr txBox="1"/>
          <p:nvPr/>
        </p:nvSpPr>
        <p:spPr>
          <a:xfrm>
            <a:off x="1456267" y="2388829"/>
            <a:ext cx="840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Para implementar SOC 2 se pueden apalancar de Framework de seguridad como: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E97314-1845-E6DE-10DC-8C978E54FE34}"/>
              </a:ext>
            </a:extLst>
          </p:cNvPr>
          <p:cNvSpPr txBox="1"/>
          <p:nvPr/>
        </p:nvSpPr>
        <p:spPr>
          <a:xfrm>
            <a:off x="1210733" y="3429000"/>
            <a:ext cx="2243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ISO 27001:2022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0AF696-7F54-7E88-582E-81723E299867}"/>
              </a:ext>
            </a:extLst>
          </p:cNvPr>
          <p:cNvSpPr txBox="1"/>
          <p:nvPr/>
        </p:nvSpPr>
        <p:spPr>
          <a:xfrm>
            <a:off x="5190067" y="3429000"/>
            <a:ext cx="1439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PCI DSS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B5EECCA-22DC-5F41-F0EF-C93489523EDA}"/>
              </a:ext>
            </a:extLst>
          </p:cNvPr>
          <p:cNvSpPr txBox="1"/>
          <p:nvPr/>
        </p:nvSpPr>
        <p:spPr>
          <a:xfrm>
            <a:off x="8737600" y="3441039"/>
            <a:ext cx="2243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/>
              <a:t>NIST CFS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68B0EF3-7A89-689B-FE82-B4E3A9768162}"/>
              </a:ext>
            </a:extLst>
          </p:cNvPr>
          <p:cNvSpPr txBox="1"/>
          <p:nvPr/>
        </p:nvSpPr>
        <p:spPr>
          <a:xfrm>
            <a:off x="990601" y="4316771"/>
            <a:ext cx="3014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Ideal para gobernanza global y madurez organizacional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4398CD-B204-7270-008A-4C35182FE237}"/>
              </a:ext>
            </a:extLst>
          </p:cNvPr>
          <p:cNvSpPr txBox="1"/>
          <p:nvPr/>
        </p:nvSpPr>
        <p:spPr>
          <a:xfrm>
            <a:off x="4665133" y="4122746"/>
            <a:ext cx="2861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Evidencia técnica robusta para los criterios de Seguridad y Procesamiento. 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2600B4-3B48-4C29-2520-2959B043ADD8}"/>
              </a:ext>
            </a:extLst>
          </p:cNvPr>
          <p:cNvSpPr txBox="1"/>
          <p:nvPr/>
        </p:nvSpPr>
        <p:spPr>
          <a:xfrm>
            <a:off x="8579743" y="4073211"/>
            <a:ext cx="2861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Común en empresas que operan con gobierno o infraestructura crítica</a:t>
            </a:r>
            <a:endParaRPr lang="es-CO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AAB2E6C-5F1F-352B-1124-255EFF54F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126" y="4996541"/>
            <a:ext cx="2036274" cy="16778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8E1E214-F3ED-D362-1091-55101A30D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527" y="5370490"/>
            <a:ext cx="1416943" cy="141694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3D24C85-74CA-619E-C46F-CBCF6EB23A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4223" y="5186921"/>
            <a:ext cx="1487510" cy="14875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02268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1817E-7B82-B225-7EFC-F81705849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99A3E-B789-FDCB-FB89-203BB688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es-ES" dirty="0"/>
              <a:t>¿Qué incluye el informe </a:t>
            </a:r>
            <a:r>
              <a:rPr lang="es-ES" dirty="0" err="1"/>
              <a:t>soc</a:t>
            </a:r>
            <a:r>
              <a:rPr lang="es-ES" dirty="0"/>
              <a:t> 2 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9CE0F4-1DC9-3D68-E883-9FE0F2664678}"/>
              </a:ext>
            </a:extLst>
          </p:cNvPr>
          <p:cNvSpPr txBox="1"/>
          <p:nvPr/>
        </p:nvSpPr>
        <p:spPr>
          <a:xfrm>
            <a:off x="1456267" y="2388829"/>
            <a:ext cx="8407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El informe SOC 2 trae 4 secciones fundamentales: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b="1" u="sng" dirty="0"/>
              <a:t>Sección 1</a:t>
            </a:r>
            <a:r>
              <a:rPr lang="es-ES" b="1" dirty="0"/>
              <a:t>: </a:t>
            </a:r>
            <a:r>
              <a:rPr lang="es-ES" dirty="0"/>
              <a:t>Opinión del auditor independiente (dictamen)</a:t>
            </a:r>
          </a:p>
          <a:p>
            <a:pPr>
              <a:buNone/>
            </a:pPr>
            <a:endParaRPr lang="es-ES" b="1" u="sng" dirty="0"/>
          </a:p>
          <a:p>
            <a:pPr>
              <a:buNone/>
            </a:pPr>
            <a:r>
              <a:rPr lang="es-ES" b="1" u="sng" dirty="0"/>
              <a:t>Sección 2</a:t>
            </a:r>
            <a:r>
              <a:rPr lang="es-ES" dirty="0"/>
              <a:t>: Aseveración de la gerencia (donde la empresa declara que sus controles son efectivos)</a:t>
            </a:r>
          </a:p>
          <a:p>
            <a:pPr>
              <a:buNone/>
            </a:pPr>
            <a:endParaRPr lang="es-ES" b="1" u="sng" dirty="0"/>
          </a:p>
          <a:p>
            <a:pPr>
              <a:buNone/>
            </a:pPr>
            <a:r>
              <a:rPr lang="es-ES" b="1" u="sng"/>
              <a:t>Sección </a:t>
            </a:r>
            <a:r>
              <a:rPr lang="es-ES" b="1" u="sng" dirty="0"/>
              <a:t>3</a:t>
            </a:r>
            <a:r>
              <a:rPr lang="es-ES" dirty="0"/>
              <a:t>: Descripción del sistema: el documento técnico que describe la infraestructura, el software, las personas y los datos</a:t>
            </a:r>
          </a:p>
          <a:p>
            <a:pPr>
              <a:buNone/>
            </a:pPr>
            <a:endParaRPr lang="es-ES" b="1" u="sng"/>
          </a:p>
          <a:p>
            <a:pPr>
              <a:buNone/>
            </a:pPr>
            <a:r>
              <a:rPr lang="es-ES" b="1" u="sng"/>
              <a:t>Sección </a:t>
            </a:r>
            <a:r>
              <a:rPr lang="es-ES" b="1" u="sng" dirty="0"/>
              <a:t>4: </a:t>
            </a:r>
            <a:r>
              <a:rPr lang="es-ES" dirty="0"/>
              <a:t>matriz de controles y resultados de las pruebas: exclusiones del SOC 2, donde se ve qué aprobó el auditor y si hubo fallas </a:t>
            </a:r>
          </a:p>
        </p:txBody>
      </p:sp>
    </p:spTree>
    <p:extLst>
      <p:ext uri="{BB962C8B-B14F-4D97-AF65-F5344CB8AC3E}">
        <p14:creationId xmlns:p14="http://schemas.microsoft.com/office/powerpoint/2010/main" val="3169555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2542" y="22574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FFF"/>
                </a:solidFill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ircuito">
    <a:dk1>
      <a:sysClr val="windowText" lastClr="000000"/>
    </a:dk1>
    <a:lt1>
      <a:sysClr val="window" lastClr="FFFFFF"/>
    </a:lt1>
    <a:dk2>
      <a:srgbClr val="134770"/>
    </a:dk2>
    <a:lt2>
      <a:srgbClr val="82FFFF"/>
    </a:lt2>
    <a:accent1>
      <a:srgbClr val="9ACD4C"/>
    </a:accent1>
    <a:accent2>
      <a:srgbClr val="FAA93A"/>
    </a:accent2>
    <a:accent3>
      <a:srgbClr val="D35940"/>
    </a:accent3>
    <a:accent4>
      <a:srgbClr val="B258D3"/>
    </a:accent4>
    <a:accent5>
      <a:srgbClr val="63A0CC"/>
    </a:accent5>
    <a:accent6>
      <a:srgbClr val="8AC4A7"/>
    </a:accent6>
    <a:hlink>
      <a:srgbClr val="B8FA56"/>
    </a:hlink>
    <a:folHlink>
      <a:srgbClr val="7AF8CC"/>
    </a:folHlink>
  </a:clrScheme>
</a:themeOverride>
</file>

<file path=ppt/theme/themeOverride2.xml><?xml version="1.0" encoding="utf-8"?>
<a:themeOverride xmlns:a="http://schemas.openxmlformats.org/drawingml/2006/main">
  <a:clrScheme name="Circuito">
    <a:dk1>
      <a:sysClr val="windowText" lastClr="000000"/>
    </a:dk1>
    <a:lt1>
      <a:sysClr val="window" lastClr="FFFFFF"/>
    </a:lt1>
    <a:dk2>
      <a:srgbClr val="134770"/>
    </a:dk2>
    <a:lt2>
      <a:srgbClr val="82FFFF"/>
    </a:lt2>
    <a:accent1>
      <a:srgbClr val="9ACD4C"/>
    </a:accent1>
    <a:accent2>
      <a:srgbClr val="FAA93A"/>
    </a:accent2>
    <a:accent3>
      <a:srgbClr val="D35940"/>
    </a:accent3>
    <a:accent4>
      <a:srgbClr val="B258D3"/>
    </a:accent4>
    <a:accent5>
      <a:srgbClr val="63A0CC"/>
    </a:accent5>
    <a:accent6>
      <a:srgbClr val="8AC4A7"/>
    </a:accent6>
    <a:hlink>
      <a:srgbClr val="B8FA56"/>
    </a:hlink>
    <a:folHlink>
      <a:srgbClr val="7AF8CC"/>
    </a:folHlink>
  </a:clrScheme>
</a:themeOverride>
</file>

<file path=ppt/theme/themeOverride3.xml><?xml version="1.0" encoding="utf-8"?>
<a:themeOverride xmlns:a="http://schemas.openxmlformats.org/drawingml/2006/main">
  <a:clrScheme name="Circuito">
    <a:dk1>
      <a:sysClr val="windowText" lastClr="000000"/>
    </a:dk1>
    <a:lt1>
      <a:sysClr val="window" lastClr="FFFFFF"/>
    </a:lt1>
    <a:dk2>
      <a:srgbClr val="134770"/>
    </a:dk2>
    <a:lt2>
      <a:srgbClr val="82FFFF"/>
    </a:lt2>
    <a:accent1>
      <a:srgbClr val="9ACD4C"/>
    </a:accent1>
    <a:accent2>
      <a:srgbClr val="FAA93A"/>
    </a:accent2>
    <a:accent3>
      <a:srgbClr val="D35940"/>
    </a:accent3>
    <a:accent4>
      <a:srgbClr val="B258D3"/>
    </a:accent4>
    <a:accent5>
      <a:srgbClr val="63A0CC"/>
    </a:accent5>
    <a:accent6>
      <a:srgbClr val="8AC4A7"/>
    </a:accent6>
    <a:hlink>
      <a:srgbClr val="B8FA56"/>
    </a:hlink>
    <a:folHlink>
      <a:srgbClr val="7AF8CC"/>
    </a:folHlink>
  </a:clrScheme>
</a:themeOverride>
</file>

<file path=ppt/theme/themeOverride4.xml><?xml version="1.0" encoding="utf-8"?>
<a:themeOverride xmlns:a="http://schemas.openxmlformats.org/drawingml/2006/main">
  <a:clrScheme name="Circuito">
    <a:dk1>
      <a:sysClr val="windowText" lastClr="000000"/>
    </a:dk1>
    <a:lt1>
      <a:sysClr val="window" lastClr="FFFFFF"/>
    </a:lt1>
    <a:dk2>
      <a:srgbClr val="134770"/>
    </a:dk2>
    <a:lt2>
      <a:srgbClr val="82FFFF"/>
    </a:lt2>
    <a:accent1>
      <a:srgbClr val="9ACD4C"/>
    </a:accent1>
    <a:accent2>
      <a:srgbClr val="FAA93A"/>
    </a:accent2>
    <a:accent3>
      <a:srgbClr val="D35940"/>
    </a:accent3>
    <a:accent4>
      <a:srgbClr val="B258D3"/>
    </a:accent4>
    <a:accent5>
      <a:srgbClr val="63A0CC"/>
    </a:accent5>
    <a:accent6>
      <a:srgbClr val="8AC4A7"/>
    </a:accent6>
    <a:hlink>
      <a:srgbClr val="B8FA56"/>
    </a:hlink>
    <a:folHlink>
      <a:srgbClr val="7AF8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548</Words>
  <Application>Microsoft Office PowerPoint</Application>
  <PresentationFormat>Panorámica</PresentationFormat>
  <Paragraphs>60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Tw Cen MT</vt:lpstr>
      <vt:lpstr>Verdana</vt:lpstr>
      <vt:lpstr>Circuito</vt:lpstr>
      <vt:lpstr>SOC 2</vt:lpstr>
      <vt:lpstr>¿Qué es soc 2? </vt:lpstr>
      <vt:lpstr>hermanos del soc 2</vt:lpstr>
      <vt:lpstr>Tipos de soc 2 </vt:lpstr>
      <vt:lpstr>¿Cómo implementar soc 2?</vt:lpstr>
      <vt:lpstr>Apalancamiento para cumplir con soc 2</vt:lpstr>
      <vt:lpstr>¿Qué incluye el informe soc 2 ?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Gómez</dc:creator>
  <cp:lastModifiedBy>Alejandro Gómez</cp:lastModifiedBy>
  <cp:revision>1</cp:revision>
  <dcterms:created xsi:type="dcterms:W3CDTF">2026-05-02T21:44:10Z</dcterms:created>
  <dcterms:modified xsi:type="dcterms:W3CDTF">2026-05-09T12:51:52Z</dcterms:modified>
</cp:coreProperties>
</file>